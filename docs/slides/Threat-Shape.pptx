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57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465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Threat-Shape: a visual analytics tool over the European Repository of Cyber Incidents. Two of us, Samuele Proietti and Marco Alberti.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EuRepoC dashboard already answers the left column. Our user has to answer the right one, and today that means exporting the data and writing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 index is above the band on purpose. Counting the encoded width instead would give over 430,000 and would describe the encoding rather than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reductions, two different roles: PCA denoises once, t-SNE is the one that runs again on a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view is both a source and a target: a selection made anywhere is answered everywhere. No view talks to another directly - they share one selection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is the entry point. The details panel answers the three questions an analyst asks of a country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organising view. Neighbourhood means similarity of profile, which is the question the whole tool exists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caveat matters: the bands sum to about 1.7 times the incident count, 2.1 in 2023, so the axis would overstate volume if we did not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difference of 22.7 points says nothing about whether it runs from 8 to 31 per cent or from 57 to 80. That is why both rates are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refusal is a design decision: an embedding of twelve points looks exactly as confident as one of twelve hundred.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'dimensionality reduction integrated in the analysis flow' means here: the projection is recomputed on the analyst's own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count-based dashboard reports 220 incidents against Russia and stops. These two groups differ by a factor of two in intensity.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finding about the data, produced by our own contrast panel - and the trap the same panel sets. Compare characteristics only inside the homogeneous 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intuitive explanation - western CERTs attribute better - is backwards. What differs is who attacks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analytic is started by a menu, and no result exists before an interaction. Both are negative claims, so we made them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 stated up front; each of them is a decision we can defend rather than an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belongs to the demo, so the deck stops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3B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Threat-Shape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a national cyber-threat profile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Samuele Proietti  ·  Marco Alberti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8444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Analytics, Sapienza University of Rome  ·  EuRepoC 2000–2024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answers how much, never what kind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repositories answer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incidents hit a country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which year, of which type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count, tabulate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54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5F6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“220 incidents hit Russia”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709160" y="1051560"/>
            <a:ext cx="39776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F3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analyst needs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6002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sectors are hit more than expected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operations and access vectors recur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adversary is a state, a criminal or a volunteer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profile differs from a peer nation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154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3F3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“Two different adversaries, one incident count”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user: a threat-intelligence analyst at a national CSIRT, preparing a situational assessment for decision-makers.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data: four tables, one matrix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F3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3,414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incidents, 2000–2024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051560"/>
            <a:ext cx="26517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3474720" y="11704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F3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columns kept of 85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051560"/>
            <a:ext cx="26517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6309360" y="11704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B2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61,452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index (3,414 × 18)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198029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categorical blocks (type, access, impact, issue, actor, sector, law…) exploded into 123 binary indicators, plus 4 ordinal severity variables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available” kept as its own indicator: whether a field was coded is itself a signal — and it produced one of our findings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index counts the 18 conceptual variables, not the 127 encoded columns: above the 10,000–50,000 band, deliberately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127 columns to a plane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146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5F6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mean, unit variance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column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035808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3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29000" y="1234440"/>
            <a:ext cx="25146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3611880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5F6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 → 20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1783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offline denoising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50.7% of the variance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07608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3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0" y="1234440"/>
            <a:ext cx="25146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 txBox="1"/>
          <p:nvPr/>
        </p:nvSpPr>
        <p:spPr>
          <a:xfrm>
            <a:off x="6583680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F3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t-SNE → 2D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1783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30, fixed seed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trustworthiness 0.990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685800" y="31089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chosen by trustworthiness, not by KL divergence, which falls with perplexity by construction (0.9877 / 0.9897 / 0.9885 for 15 / 30 / 50)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is never recomputed; t-SNE is the technique integrated in the analysis flow, refitted on whatever the analyst selects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coordinated views, one selection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960120"/>
            <a:ext cx="80010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A — world choropleth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view-a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 selected: 220 incidents suffered, 380 initiated, top sector critical infrastructure.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view: the selection starts here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scale on the standardized deviation, plus a layer for unattributed incidents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 projection: neither conformal nor equal-area, chosen so small states stay clickable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B — t-SNE projection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view-b-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mark per incident; the Russian incidents concentrate in two dense regions.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Colour: weighted intensity, sequential single hue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affected entities, log scale, value on the area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axes: the coordinates have no units, and distances between clusters mean nothing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C — stacked area timeline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view-c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types per year; the count axis follows the current selection.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Okabe–Ito palette: safe under the common colour-vision deficiencies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count type occurrences, not incidents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brushed window restricts every computation to its years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D — contrast panel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view-d-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Ukraine against Russia: the two rates, their difference and its reliability.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dumbbell per indicator: hollow dot the comparison, filled dot the selection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into who, what, against whom, how, with what effect, why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is the difference; order is |z|, the reliability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computations, none before a selection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85800" y="11338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2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Standardized deviation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3385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(x − μ) / σ per country–sector cell of the current selection. Cells with an expected count below 5 are flagged “small sample”, never suppressed.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48256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685800" y="2157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F3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re-projection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15798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refitted on the selected subset alone, perplexity (n−1)/3 capped at 30. Below 30 incidents the tool refuses and says so.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72384"/>
            <a:ext cx="8229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685800" y="31821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166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Contrastive z-scores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318211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two-proportion test over the 123 indicators; features failing the validity condition are shown faded, and a group below 20 incidents is refused.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load the contrast panel is empty by construction, and the endpoints refuse a request without a selection: no typed URL produces a global result.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reduction inside the analysis flow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re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selected cluster, re-embedded on its own: n, perplexity and trustworthiness are reported.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Refitted, not filtered: structure the global embedding compressed can re-emerge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is there because a local layout looks like the global one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Trustworthiness 0.93–0.98 on the subsets we report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1 — one country, two operational families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402336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5F6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incidents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27632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weighted intensity 1.59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service: banks, regional networks, broadcasters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lasting a single day: +73.5pp, z = 10.8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taken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24128"/>
            <a:ext cx="402336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4892040" y="1170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B2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 incidents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27632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weighted intensity 3.26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Intrusion: 800 servers wiped, providers and state TV breached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exfiltration: +65.9pp, z = 10.0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an offline conflict over territory and resources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attackers in both — Ukraine's military intelligence and volunteer groups — and the same 38–40% unattributed. The projection cut by what the operation does, not by who runs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2 — a coding break that looks like a trend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coding-bre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2000–2013: the five strongest features are all artefacts of coding, |z| between 26 and 34.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available” on law and impact: 100% in 2013, 2% in 2024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labels per incident grow from 1.21 to 2.04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the timeline's rise is coding granularity, not threat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3 — attribution follows the adversary</a:t>
            </a:r>
            <a:endParaRPr lang="en-US" sz="2800" dirty="0"/>
          </a:p>
        </p:txBody>
      </p:sp>
      <p:pic>
        <p:nvPicPr>
          <p:cNvPr id="3" name="Image 0" descr="C:\Users\samue\AppData\Local\Temp\claude\C--Users-samue-Documents-Universit--Magistrale-Visual-Analytics-threat-shape\5b1a0e67-32f2-4383-9f6b-aabc9bc776c8\scratchpad\deck\img\attribution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5943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005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country's incidents with no named initiator state: two clear regimes.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537960" y="1051560"/>
            <a:ext cx="2194560" cy="2834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6720840" y="1234440"/>
            <a:ext cx="1874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30%: KR, SA, AE, IN, CN, VN, UA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55%: FR, ES, MX, CA, IT, US, DE, CH, AU, BE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State-affiliated initiators: 45.2% against 15.6%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negative claims, made checkable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640080" y="113385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3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26/26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audit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9105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select or radio elements; each store mutator called from one view; endpoints answer 404 to GET and 422 to an empty selection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02412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4892040" y="113385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3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46/46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encodings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9105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palettes measured against three simulated colour-vision deficiencies; divergent scales only on signed quantities; a legend in every view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 txBox="1"/>
          <p:nvPr/>
        </p:nvSpPr>
        <p:spPr>
          <a:xfrm>
            <a:off x="640080" y="26883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3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25/25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2761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triggers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4553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 interactions in the browser and asserts what is on screen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57860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 txBox="1"/>
          <p:nvPr/>
        </p:nvSpPr>
        <p:spPr>
          <a:xfrm>
            <a:off x="4892040" y="26883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38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34/34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2761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legends &amp; layout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14553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legend populated in every state, no view scrolls, no chart wider than its card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F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suites caught a click that re-projected the wrong selection, and a redraw that reached the views directly instead of going through the store.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B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3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cannot tell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12700" dir="5400000" algn="bl" rotWithShape="0">
              <a:srgbClr val="1F233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records publicly reported incidents, coded by humans: under-reporting is invisible, and insight 2 shows how strongly coding practice can drive a result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contrast tests 123 indicators with no multiple-comparison correction, so our claims lean on |z| &gt; 3 and on features that agree with each other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Initiators have no map layer: the Ukraine–Russia mirror had to be read in the contrast panel rather than seen geographically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more countries are compared as a group against the rest of the world, with no per-member breakdown — measured, click order would otherwise decide the answer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3B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demo will show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clicked, and the same selection answered in four views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cluster lassoed, and the projection refitted on it alone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 window brushed, and every computation restricted to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countries compared directly, feature by feature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github.com/SamueleProietti/Visual_Analytics-Project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1694</Words>
  <Application>Microsoft Office PowerPoint</Application>
  <PresentationFormat>Presentazione su schermo (16:9)</PresentationFormat>
  <Paragraphs>157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Threat-Shape</dc:title>
  <dc:subject>PptxGenJS Presentation</dc:subject>
  <dc:creator>Samuele Proietti, Marco Alberti</dc:creator>
  <cp:lastModifiedBy>samuele proietti</cp:lastModifiedBy>
  <cp:revision>2</cp:revision>
  <dcterms:created xsi:type="dcterms:W3CDTF">2026-09-24T18:27:23Z</dcterms:created>
  <dcterms:modified xsi:type="dcterms:W3CDTF">2026-09-24T18:32:04Z</dcterms:modified>
</cp:coreProperties>
</file>